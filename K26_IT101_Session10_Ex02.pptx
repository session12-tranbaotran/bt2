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ới thiệu" id="{83f2aeb1-b396-8796-608d-7b17d6adac96}">
          <p14:sldIdLst>
            <p14:sldId id="256"/>
          </p14:sldIdLst>
        </p14:section>
        <p14:section name="Tính năng" id="{f17af72a-c8e4-c03a-4ddb-7315bf807c1f}">
          <p14:sldIdLst>
            <p14:sldId id="257"/>
          </p14:sldIdLst>
        </p14:section>
        <p14:section name="Lộ trình" id="{2c59b4f1-f8da-49b3-bb16-08c8dcbee7bb}">
          <p14:sldIdLst>
            <p14:sldId id="258"/>
          </p14:sldIdLst>
        </p14:section>
        <p14:section name="Màu sắc" id="{601c4428-d295-1546-a198-e71d9d89dffd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PTIT-Learning  |  Session 10 – Ex02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6304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56032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143000"/>
            <a:ext cx="8412480" cy="3383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PTIT-Learning  |  Session 10 – Ex02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463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PTIT-Learning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560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Lớp học ảo: tính năng và lộ trình học tập</a:t>
            </a:r>
            <a:endParaRPr lang="en-US" sz="2200" dirty="0"/>
          </a:p>
        </p:txBody>
      </p:sp>
      <p:sp>
        <p:nvSpPr>
          <p:cNvPr id="4" name="Nhãn Session"/>
          <p:cNvSpPr/>
          <p:nvPr/>
        </p:nvSpPr>
        <p:spPr>
          <a:xfrm>
            <a:off x="640080" y="35661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Session 10 – Ex02</a:t>
            </a:r>
            <a:endParaRPr lang="en-US" sz="1600" dirty="0"/>
          </a:p>
        </p:txBody>
      </p:sp>
      <p:sp>
        <p:nvSpPr>
          <p:cNvPr id="6" name="Vòng tròn biểu tượng"/>
          <p:cNvSpPr/>
          <p:nvPr/>
        </p:nvSpPr>
        <p:spPr>
          <a:xfrm>
            <a:off x="6309360" y="137160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Biểu tượng mũ tốt nghiệ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02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Tính năng Lớp học ảo</a:t>
            </a:r>
            <a:endParaRPr lang="en-US" sz="3600" dirty="0"/>
          </a:p>
        </p:txBody>
      </p:sp>
      <p:sp>
        <p:nvSpPr>
          <p:cNvPr id="3" name="Thẻ 1"/>
          <p:cNvSpPr/>
          <p:nvPr/>
        </p:nvSpPr>
        <p:spPr>
          <a:xfrm>
            <a:off x="640080" y="1371600"/>
            <a:ext cx="2468880" cy="2926080"/>
          </a:xfrm>
          <a:prstGeom prst="roundRect">
            <a:avLst>
              <a:gd name="adj" fmla="val 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Vòng icon 1"/>
          <p:cNvSpPr/>
          <p:nvPr/>
        </p:nvSpPr>
        <p:spPr>
          <a:xfrm>
            <a:off x="86868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hòng học trực tiế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468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Phòng học trực tiếp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Video, âm thanh và chia sẻ màn hình giữa giảng viên và học viên.</a:t>
            </a:r>
            <a:endParaRPr lang="en-US" sz="1400" dirty="0"/>
          </a:p>
        </p:txBody>
      </p:sp>
      <p:sp>
        <p:nvSpPr>
          <p:cNvPr id="8" name="Thẻ 2"/>
          <p:cNvSpPr/>
          <p:nvPr/>
        </p:nvSpPr>
        <p:spPr>
          <a:xfrm>
            <a:off x="3337560" y="1371600"/>
            <a:ext cx="2468880" cy="2926080"/>
          </a:xfrm>
          <a:prstGeom prst="roundRect">
            <a:avLst>
              <a:gd name="adj" fmla="val 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Vòng icon 2"/>
          <p:cNvSpPr/>
          <p:nvPr/>
        </p:nvSpPr>
        <p:spPr>
          <a:xfrm>
            <a:off x="356616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Tương tác thời gian thự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7647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468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Tương tác thời gian thực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200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Chat, giơ tay phát biểu và ghi hình để xem lại sau buổi học.</a:t>
            </a:r>
            <a:endParaRPr lang="en-US" sz="1400" dirty="0"/>
          </a:p>
        </p:txBody>
      </p:sp>
      <p:sp>
        <p:nvSpPr>
          <p:cNvPr id="13" name="Thẻ 3"/>
          <p:cNvSpPr/>
          <p:nvPr/>
        </p:nvSpPr>
        <p:spPr>
          <a:xfrm>
            <a:off x="6035040" y="1371600"/>
            <a:ext cx="2468880" cy="2926080"/>
          </a:xfrm>
          <a:prstGeom prst="roundRect">
            <a:avLst>
              <a:gd name="adj" fmla="val 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Vòng icon 3"/>
          <p:cNvSpPr/>
          <p:nvPr/>
        </p:nvSpPr>
        <p:spPr>
          <a:xfrm>
            <a:off x="6263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Theo dõi chuyên cầ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7647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68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Theo dõi chuyên cần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200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Tự động điểm danh, tính điểm chuyên cần và xuất danh sách ra Excel.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Lộ trình học tập</a:t>
            </a:r>
            <a:endParaRPr lang="en-US" sz="3600" dirty="0"/>
          </a:p>
        </p:txBody>
      </p:sp>
      <p:sp>
        <p:nvSpPr>
          <p:cNvPr id="3" name="Khối: Đăng ký tài khoản"/>
          <p:cNvSpPr/>
          <p:nvPr/>
        </p:nvSpPr>
        <p:spPr>
          <a:xfrm>
            <a:off x="594360" y="1325880"/>
            <a:ext cx="15544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Đăng ký tài khoản</a:t>
            </a:r>
            <a:endParaRPr lang="en-US" sz="1400" dirty="0"/>
          </a:p>
        </p:txBody>
      </p:sp>
      <p:sp>
        <p:nvSpPr>
          <p:cNvPr id="5" name="Khối: Chọn khóa học"/>
          <p:cNvSpPr/>
          <p:nvPr/>
        </p:nvSpPr>
        <p:spPr>
          <a:xfrm>
            <a:off x="2560320" y="1325880"/>
            <a:ext cx="15544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Chọn khóa học</a:t>
            </a:r>
            <a:endParaRPr lang="en-US" sz="1400" dirty="0"/>
          </a:p>
        </p:txBody>
      </p:sp>
      <p:sp>
        <p:nvSpPr>
          <p:cNvPr id="7" name="Khối: Vào lớp học ảo"/>
          <p:cNvSpPr/>
          <p:nvPr/>
        </p:nvSpPr>
        <p:spPr>
          <a:xfrm>
            <a:off x="4526280" y="1325880"/>
            <a:ext cx="15544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Vào lớp học ảo</a:t>
            </a:r>
            <a:endParaRPr lang="en-US" sz="1400" dirty="0"/>
          </a:p>
        </p:txBody>
      </p:sp>
      <p:sp>
        <p:nvSpPr>
          <p:cNvPr id="9" name="Khối: Làm bài và điểm danh"/>
          <p:cNvSpPr/>
          <p:nvPr/>
        </p:nvSpPr>
        <p:spPr>
          <a:xfrm>
            <a:off x="6492240" y="1325880"/>
            <a:ext cx="15544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Làm bài và điểm danh</a:t>
            </a:r>
            <a:endParaRPr lang="en-US" sz="1400" dirty="0"/>
          </a:p>
        </p:txBody>
      </p:sp>
      <p:sp>
        <p:nvSpPr>
          <p:cNvPr id="11" name="Mũi tên"/>
          <p:cNvSpPr/>
          <p:nvPr/>
        </p:nvSpPr>
        <p:spPr>
          <a:xfrm>
            <a:off x="2148840" y="164592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Mũi tên"/>
          <p:cNvSpPr/>
          <p:nvPr/>
        </p:nvSpPr>
        <p:spPr>
          <a:xfrm>
            <a:off x="4114800" y="164592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Mũi tên"/>
          <p:cNvSpPr/>
          <p:nvPr/>
        </p:nvSpPr>
        <p:spPr>
          <a:xfrm>
            <a:off x="6080760" y="164592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Mũi tên"/>
          <p:cNvSpPr/>
          <p:nvPr/>
        </p:nvSpPr>
        <p:spPr>
          <a:xfrm>
            <a:off x="7269480" y="1965960"/>
            <a:ext cx="0" cy="4114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Quyết định"/>
          <p:cNvSpPr/>
          <p:nvPr/>
        </p:nvSpPr>
        <p:spPr>
          <a:xfrm>
            <a:off x="6355080" y="2377440"/>
            <a:ext cx="1828800" cy="1188720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2651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Chuyên cần ≥ 7?</a:t>
            </a:r>
            <a:endParaRPr lang="en-US" sz="1200" dirty="0"/>
          </a:p>
        </p:txBody>
      </p:sp>
      <p:sp>
        <p:nvSpPr>
          <p:cNvPr id="17" name="Khối: Học bổ sung"/>
          <p:cNvSpPr/>
          <p:nvPr/>
        </p:nvSpPr>
        <p:spPr>
          <a:xfrm>
            <a:off x="4572000" y="265176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Học bổ sung</a:t>
            </a:r>
            <a:endParaRPr lang="en-US" sz="1400" dirty="0"/>
          </a:p>
        </p:txBody>
      </p:sp>
      <p:sp>
        <p:nvSpPr>
          <p:cNvPr id="19" name="Mũi tên"/>
          <p:cNvSpPr/>
          <p:nvPr/>
        </p:nvSpPr>
        <p:spPr>
          <a:xfrm flipH="1">
            <a:off x="6035040" y="2971800"/>
            <a:ext cx="3200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852160" y="2560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Không</a:t>
            </a:r>
            <a:endParaRPr lang="en-US" sz="1100" dirty="0"/>
          </a:p>
        </p:txBody>
      </p:sp>
      <p:sp>
        <p:nvSpPr>
          <p:cNvPr id="21" name="Mũi tên"/>
          <p:cNvSpPr/>
          <p:nvPr/>
        </p:nvSpPr>
        <p:spPr>
          <a:xfrm flipV="1">
            <a:off x="5303520" y="1965960"/>
            <a:ext cx="0" cy="6858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Mũi tên"/>
          <p:cNvSpPr/>
          <p:nvPr/>
        </p:nvSpPr>
        <p:spPr>
          <a:xfrm>
            <a:off x="7269480" y="356616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79208" y="3575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Có</a:t>
            </a:r>
            <a:endParaRPr lang="en-US" sz="1100" dirty="0"/>
          </a:p>
        </p:txBody>
      </p:sp>
      <p:sp>
        <p:nvSpPr>
          <p:cNvPr id="24" name="Khối: Nhận chứng chỉ"/>
          <p:cNvSpPr/>
          <p:nvPr/>
        </p:nvSpPr>
        <p:spPr>
          <a:xfrm>
            <a:off x="6355080" y="3840480"/>
            <a:ext cx="18288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Nhận chứng chỉ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834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Học bổ sung rồi quay lại lớp học ảo cho đến khi đạt điều kiện.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Độ tương phản màu</a:t>
            </a:r>
            <a:endParaRPr lang="en-US" sz="3600" dirty="0"/>
          </a:p>
        </p:txBody>
      </p:sp>
      <p:sp>
        <p:nvSpPr>
          <p:cNvPr id="3" name="Mẫu 1"/>
          <p:cNvSpPr/>
          <p:nvPr/>
        </p:nvSpPr>
        <p:spPr>
          <a:xfrm>
            <a:off x="640080" y="128016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Chữ trắng trên nền Navy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74920" y="1280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16.5 : 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280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Đạt AAA</a:t>
            </a:r>
            <a:endParaRPr lang="en-US" sz="1600" dirty="0"/>
          </a:p>
        </p:txBody>
      </p:sp>
      <p:sp>
        <p:nvSpPr>
          <p:cNvPr id="7" name="Mẫu 2"/>
          <p:cNvSpPr/>
          <p:nvPr/>
        </p:nvSpPr>
        <p:spPr>
          <a:xfrm>
            <a:off x="640080" y="201168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Chữ cam trên nền Navy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7.0 : 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Đạt AAA</a:t>
            </a:r>
            <a:endParaRPr lang="en-US" sz="1600" dirty="0"/>
          </a:p>
        </p:txBody>
      </p:sp>
      <p:sp>
        <p:nvSpPr>
          <p:cNvPr id="11" name="Mẫu 3"/>
          <p:cNvSpPr/>
          <p:nvPr/>
        </p:nvSpPr>
        <p:spPr>
          <a:xfrm>
            <a:off x="640080" y="274320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4320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Chữ Navy trên nền cam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7.0 : 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Đạt AAA</a:t>
            </a:r>
            <a:endParaRPr lang="en-US" sz="1600" dirty="0"/>
          </a:p>
        </p:txBody>
      </p:sp>
      <p:sp>
        <p:nvSpPr>
          <p:cNvPr id="15" name="Mẫu 4"/>
          <p:cNvSpPr/>
          <p:nvPr/>
        </p:nvSpPr>
        <p:spPr>
          <a:xfrm>
            <a:off x="640080" y="347472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74720"/>
            <a:ext cx="4206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Tránh: chữ trắng trên nền cam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474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2.4 : 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474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Không đạt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6634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IT Learning Dark">
  <a:themeElements>
    <a:clrScheme name="PTIT Learning Dark">
      <a:dk1>
        <a:srgbClr val="0B1F3A"/>
      </a:dk1>
      <a:lt1>
        <a:srgbClr val="FFFFFF"/>
      </a:lt1>
      <a:dk2>
        <a:srgbClr val="132C4F"/>
      </a:dk2>
      <a:lt2>
        <a:srgbClr val="DCE6F5"/>
      </a:lt2>
      <a:accent1>
        <a:srgbClr val="FF8A1F"/>
      </a:accent1>
      <a:accent2>
        <a:srgbClr val="1C3F6E"/>
      </a:accent2>
      <a:accent3>
        <a:srgbClr val="8FB4E8"/>
      </a:accent3>
      <a:accent4>
        <a:srgbClr val="FFB566"/>
      </a:accent4>
      <a:accent5>
        <a:srgbClr val="5C7FA8"/>
      </a:accent5>
      <a:accent6>
        <a:srgbClr val="2B5E9E"/>
      </a:accent6>
      <a:hlink>
        <a:srgbClr val="FF8A1F"/>
      </a:hlink>
      <a:folHlink>
        <a:srgbClr val="DCE6F5"/>
      </a:folHlink>
    </a:clrScheme>
    <a:fontScheme name="PTIT Learning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PTIT-Learning - Lop hoc ao</dc:title>
  <dc:subject>PptxGenJS Presentation</dc:subject>
  <dc:creator>PptxGenJS</dc:creator>
  <cp:lastModifiedBy>PptxGenJS</cp:lastModifiedBy>
  <cp:revision>1</cp:revision>
  <dcterms:created xsi:type="dcterms:W3CDTF">2026-10-26T08:17:22Z</dcterms:created>
  <dcterms:modified xsi:type="dcterms:W3CDTF">2026-10-26T08:17:22Z</dcterms:modified>
</cp:coreProperties>
</file>